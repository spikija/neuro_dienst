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9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791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52360" y="502920"/>
            <a:ext cx="3703320" cy="5806440"/>
          </a:xfrm>
          <a:prstGeom prst="roundRect">
            <a:avLst>
              <a:gd name="adj" fmla="val 1975"/>
            </a:avLst>
          </a:prstGeom>
          <a:solidFill>
            <a:srgbClr val="E8F2FA"/>
          </a:solidFill>
          <a:ln w="12700">
            <a:solidFill>
              <a:srgbClr val="D7E4E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2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NeuroDienst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04088" y="13898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6F9E"/>
                </a:solidFill>
              </a:rPr>
              <a:t>Mobile Dienstplan-App für die Stroke Unit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8521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227"/>
                </a:solidFill>
              </a:rPr>
              <a:t>NeuroDienst synchronisiert persönliche Urlaube, 24h-/Bereitschaftsdienste und Stroke-Unit-Rollen in einer gemeinsamen mobilen Ansicht. Ziel ist eine transparente, jederzeit zugängliche Dienstplanung mit besserer Sichtbarkeit der Monatsabdeckung im klinischen Workflow.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8096" y="3739896"/>
            <a:ext cx="164592" cy="164592"/>
          </a:xfrm>
          <a:prstGeom prst="ellipse">
            <a:avLst/>
          </a:prstGeom>
          <a:solidFill>
            <a:srgbClr val="3E6F9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27"/>
                </a:solidFill>
              </a:rPr>
              <a:t>Synchronisation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88920" y="3685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Urlaub, Dienste und Rollen in einer Datenbasis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" y="4215384"/>
            <a:ext cx="164592" cy="164592"/>
          </a:xfrm>
          <a:prstGeom prst="ellipse">
            <a:avLst/>
          </a:prstGeom>
          <a:solidFill>
            <a:srgbClr val="3E6F9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4160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27"/>
                </a:solidFill>
              </a:rPr>
              <a:t>Sichtbarkeit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8892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persönlicher und teamweiter Monatsüberblick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" y="4690872"/>
            <a:ext cx="164592" cy="164592"/>
          </a:xfrm>
          <a:prstGeom prst="ellipse">
            <a:avLst/>
          </a:prstGeom>
          <a:solidFill>
            <a:srgbClr val="3E6F9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4636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227"/>
                </a:solidFill>
              </a:rPr>
              <a:t>Zugänglichkeit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88920" y="4636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mobil, exportierbar und rasch teilbar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66760" y="960120"/>
            <a:ext cx="1847088" cy="397764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0160">
            <a:solidFill>
              <a:srgbClr val="D0D7E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/mnt/data/385d4fab-0008-4f2c-a689-e631f850eca5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8430768" y="1024128"/>
            <a:ext cx="1719072" cy="38221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01000" y="5166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6F9E"/>
                </a:solidFill>
              </a:rPr>
              <a:t>Login · Monatsplanung · Export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0" y="5468112"/>
            <a:ext cx="3108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B7280"/>
                </a:solidFill>
              </a:rPr>
              <a:t>Ein gemeinsamer Arbeitsraum für Dienstplanung und Abdeckung.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A3"/>
                </a:solidFill>
              </a:rPr>
              <a:t>NeuroDienst · v0.1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2">
            <a:extLst>
              <a:ext uri="{FF2B5EF4-FFF2-40B4-BE49-F238E27FC236}">
                <a16:creationId xmlns:a16="http://schemas.microsoft.com/office/drawing/2014/main" id="{9BDA72A5-00E0-7776-62B1-A1D47C164B63}"/>
              </a:ext>
            </a:extLst>
          </p:cNvPr>
          <p:cNvSpPr/>
          <p:nvPr/>
        </p:nvSpPr>
        <p:spPr>
          <a:xfrm>
            <a:off x="8052767" y="1325880"/>
            <a:ext cx="1841449" cy="4389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8890">
            <a:solidFill>
              <a:srgbClr val="D4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02920" y="411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2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NeuroDienst: zentrale App-Ansichten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Screenshots des aktuellen Prototyps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841449" cy="4389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8890">
            <a:solidFill>
              <a:srgbClr val="D4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385d4fab-0008-4f2c-a689-e631f850ec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34052"/>
            <a:ext cx="1786585" cy="3972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5861304"/>
            <a:ext cx="184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6F9E"/>
                </a:solidFill>
              </a:rPr>
              <a:t>Anmeldung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62073" y="1325880"/>
            <a:ext cx="1841449" cy="4389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8890">
            <a:solidFill>
              <a:srgbClr val="D4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data/95251857-178e-41c2-9af5-20f1c7de54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505" y="1534052"/>
            <a:ext cx="1786585" cy="3972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62073" y="5861304"/>
            <a:ext cx="184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6F9E"/>
                </a:solidFill>
              </a:rPr>
              <a:t>Start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204106" y="1325880"/>
            <a:ext cx="1841449" cy="4389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8890">
            <a:solidFill>
              <a:srgbClr val="D4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/mnt/data/c376984e-5b35-432c-a407-f979e519a0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1538" y="1534052"/>
            <a:ext cx="1786585" cy="3972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04106" y="5861304"/>
            <a:ext cx="184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6F9E"/>
                </a:solidFill>
              </a:rPr>
              <a:t>Monatsplan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146140" y="1325880"/>
            <a:ext cx="1841449" cy="4389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8890">
            <a:solidFill>
              <a:srgbClr val="D4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/mnt/data/5b64010c-db2f-46aa-9b32-70e5e1a85f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572" y="1534052"/>
            <a:ext cx="1786585" cy="39727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6140" y="5861304"/>
            <a:ext cx="184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6F9E"/>
                </a:solidFill>
              </a:rPr>
              <a:t>Dienst eintragen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8088173" y="5861304"/>
            <a:ext cx="184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6F9E"/>
                </a:solidFill>
              </a:rPr>
              <a:t>Roster-Export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10030206" y="1325880"/>
            <a:ext cx="1841449" cy="4389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8890">
            <a:solidFill>
              <a:srgbClr val="D4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10030206" y="5861304"/>
            <a:ext cx="184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6F9E"/>
                </a:solidFill>
              </a:rPr>
              <a:t>Rollenübersicht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1051560" y="6144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Horizontaler Workflow: vom Login über die persönliche Planung bis zum druckbaren Monatsdienstplan.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0292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A3"/>
                </a:solidFill>
              </a:rPr>
              <a:t>NeuroDienst · v0.1</a:t>
            </a:r>
            <a:endParaRPr lang="en-US" sz="75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F946539C-9A09-038C-37EA-C62EF9CAFF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668" y="1534052"/>
            <a:ext cx="1791401" cy="3972776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8EF9846B-D2A1-7966-3C25-100A4E37B8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6041" y="1495697"/>
            <a:ext cx="1727558" cy="4011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Breitbild</PresentationFormat>
  <Paragraphs>24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Aptos Display</vt:lpstr>
      <vt:lpstr>Arial</vt:lpstr>
      <vt:lpstr>Office Theme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NeuroDienst</dc:title>
  <dc:subject>NeuroDienst project presentation</dc:subject>
  <dc:creator>OpenAI</dc:creator>
  <cp:lastModifiedBy>Slaven Pikija</cp:lastModifiedBy>
  <cp:revision>3</cp:revision>
  <dcterms:created xsi:type="dcterms:W3CDTF">2026-06-28T08:58:12Z</dcterms:created>
  <dcterms:modified xsi:type="dcterms:W3CDTF">2026-06-28T09:10:59Z</dcterms:modified>
</cp:coreProperties>
</file>